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b="1" dirty="0"/>
              <a:t>Разработка автоматизированной информационной системы для обслуживания клиентов строительной компании на базе платформы .NET.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136977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Конкин Никита Алексеевич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308" y="1828800"/>
            <a:ext cx="11002241" cy="4013200"/>
          </a:xfrm>
        </p:spPr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ru-RU" dirty="0"/>
              <a:t>Работа строительных компаний связана с большими объёмами данных. Ручной учёт клиентов неэффективен и ведёт к ошибкам. Автоматизированная система на платформе .NET обеспечит надёжное хранение данных, автоматизацию документов и снижение денежных затрат на лицензии и времени обучения персонала. Таким образом, разработка системы актуальна для повышения эффективности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19B8FC0-EB1D-E0A6-AE8B-2ECC474DC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59" y="1710692"/>
            <a:ext cx="2039466" cy="203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6E5B2AB-620A-9356-F4AC-9C575CEC2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30" y="4365320"/>
            <a:ext cx="1873539" cy="193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1" y="219671"/>
            <a:ext cx="12192000" cy="955675"/>
          </a:xfrm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выбора среды разработки и способа организации входных и выходных данных</a:t>
            </a:r>
          </a:p>
        </p:txBody>
      </p:sp>
      <p:pic>
        <p:nvPicPr>
          <p:cNvPr id="1030" name="Picture 6" descr="https://softmap.ru/upload/iblock/e54/e54939d4e36e17534d4c8d1c8b05c2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4" y="1987324"/>
            <a:ext cx="1190369" cy="11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logos-download.com/wp-content/uploads/2016/10/Python_logo_icon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40" y="4486297"/>
            <a:ext cx="1338566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0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2" name="Drawing 176966911">
            <a:extLst>
              <a:ext uri="{FF2B5EF4-FFF2-40B4-BE49-F238E27FC236}">
                <a16:creationId xmlns:a16="http://schemas.microsoft.com/office/drawing/2014/main" id="{B261AFF4-5D73-6C4D-80B4-8F33CB97A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08" y="1627186"/>
            <a:ext cx="6296892" cy="48030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46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деятельности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D7AC9E-CDA3-8A3C-210E-6EA250D43D8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8208" y="1394692"/>
            <a:ext cx="9198695" cy="539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1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</a:rPr>
              <a:t>ER</a:t>
            </a:r>
            <a:r>
              <a:rPr lang="ru-RU" sz="4000" dirty="0">
                <a:solidFill>
                  <a:schemeClr val="bg1"/>
                </a:solidFill>
              </a:rPr>
              <a:t>-диаграмма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158AB2-4B0E-3E99-981A-23B69BB02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36" y="1422920"/>
            <a:ext cx="6375054" cy="50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F6AEEF-2A4D-1B5D-8BA5-8DFFFE44D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5" y="1996528"/>
            <a:ext cx="5030643" cy="4247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E367D4B-24D3-4249-6D66-B79847E0D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103" y="1209675"/>
            <a:ext cx="5409334" cy="291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774839FC-E3A5-ABEA-A4D6-23F7D4DA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103" y="4080731"/>
            <a:ext cx="4605769" cy="278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585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DF43367D-889D-1DF0-F82F-EF2C30D9E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9675"/>
            <a:ext cx="5080000" cy="327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C520CA50-E8C6-7964-0262-8C925DED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157" y="3762087"/>
            <a:ext cx="4005685" cy="26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9A78629-C096-B820-8EF8-BED17760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842" y="3762086"/>
            <a:ext cx="3972532" cy="26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6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159963-3594-820D-F02D-B00211F1D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" y="2416464"/>
            <a:ext cx="44958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E0022290-7657-2B39-377E-4188A4FED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27" y="1881604"/>
            <a:ext cx="3308928" cy="367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BDE50F6-39F4-4C8B-EED0-C8A748AAE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986" y="1958109"/>
            <a:ext cx="3831662" cy="330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77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C85138F-9F42-C553-2F5B-B9D458FDF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4" y="2161309"/>
            <a:ext cx="4873990" cy="297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94C9E227-272F-78CE-3844-5C638105E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5" y="1272060"/>
            <a:ext cx="3953163" cy="251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326B95F-3E5E-97B7-19B0-88924445D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5" y="3728566"/>
            <a:ext cx="4136757" cy="277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9EB2CF7-4261-BCA2-D8FB-122765E4C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277"/>
            <a:ext cx="4853565" cy="398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E4841607-6CCD-B0DD-8440-D72FE29FF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65" y="1290141"/>
            <a:ext cx="4198071" cy="2767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0EE8F725-5905-9D64-7A33-795EE9FDA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65" y="4138566"/>
            <a:ext cx="3828617" cy="2573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97E0CB0-040A-017B-2099-C9EB69FD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9" y="1665720"/>
            <a:ext cx="4270086" cy="273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A380B07A-4E8B-2598-6135-B8222FE4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45" y="1209675"/>
            <a:ext cx="397827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6297752-7C9F-A006-887C-E13506F0E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81" y="4405660"/>
            <a:ext cx="5937639" cy="1935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45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41161" y="1384085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81358" y="1558567"/>
            <a:ext cx="3847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авторизации ввод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capcha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после первой неудачной авторизации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920287" y="4697583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07777" y="4479566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справочников осуществляется только после подтверждения </a:t>
            </a:r>
            <a:endParaRPr lang="ru-RU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D62D2FF-FE92-A25F-C8BA-594668AF5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14" y="1987344"/>
            <a:ext cx="2339687" cy="197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CCBCE8-223F-6AF2-8DC2-71F0639F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390" y="2245551"/>
            <a:ext cx="4214392" cy="19842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86DED8-1B08-2530-250B-D80E7AEF7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87" y="5384231"/>
            <a:ext cx="3305636" cy="1352739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3DE06FE7-E40F-346D-8D6C-5114F506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725" y="5351781"/>
            <a:ext cx="3421063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написание программного обеспечения использовался язык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# и база данных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были усовершенствованы навыки в работе с этим языком программирования и базой данных. Также были получены новые знания.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1051" y="3185484"/>
            <a:ext cx="10706100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Внедрение программного обеспечения в организацию должно происходить постепенно. Сначала будет установлена тестовая версия программы, для изучения работы программы сотрудниками.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планируется усовершенствования программы.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Реализовать функции «Импорт» и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«Экспорт» данных  в других форматах, например .</a:t>
            </a:r>
            <a:r>
              <a:rPr lang="en-US" sz="2000" dirty="0" err="1">
                <a:latin typeface="Times New Roman"/>
                <a:ea typeface="Calibri"/>
                <a:cs typeface="Times New Roman"/>
              </a:rPr>
              <a:t>csv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Резервное копирование должно быть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выполнено как в автоматическом, так и в ручном режиме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Пагинация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Блокировка системы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lvl="0" indent="540385" algn="just">
              <a:lnSpc>
                <a:spcPct val="150000"/>
              </a:lnSpc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614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272</Words>
  <Application>Microsoft Office PowerPoint</Application>
  <PresentationFormat>Широкоэкранный</PresentationFormat>
  <Paragraphs>33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КУРСОВОЙ ПРОЕКТ</vt:lpstr>
      <vt:lpstr>Актуальность темы</vt:lpstr>
      <vt:lpstr>Обоснование выбора среды разработки и способа организации входных и выходных данных</vt:lpstr>
      <vt:lpstr>Диаграмма вариантов использования</vt:lpstr>
      <vt:lpstr>Диаграмма деятельности</vt:lpstr>
      <vt:lpstr>Структура БД – ER-диаграмма</vt:lpstr>
      <vt:lpstr>Программные модули</vt:lpstr>
      <vt:lpstr>Программные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Kaelthas Gang</cp:lastModifiedBy>
  <cp:revision>62</cp:revision>
  <dcterms:created xsi:type="dcterms:W3CDTF">2022-06-15T10:15:27Z</dcterms:created>
  <dcterms:modified xsi:type="dcterms:W3CDTF">2026-06-16T05:16:32Z</dcterms:modified>
</cp:coreProperties>
</file>